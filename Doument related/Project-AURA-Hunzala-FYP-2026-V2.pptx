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" r="0" b="-29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" r="0" b="-29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9" r="0" b="-38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9" r="0" b="-38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9" r="0" b="-38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" r="0" b="-2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9" r="0" b="-389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" r="0" b="-29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9" r="0" b="-389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" r="0" b="-29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66" r="0" b="-1166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34" r="0" b="-1434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34" r="0" b="-1434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34" r="0" b="-143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DAHT_n-d79Y</dc:identifier>
  <dcterms:modified xsi:type="dcterms:W3CDTF">2011-08-01T06:04:30Z</dcterms:modified>
  <cp:revision>1</cp:revision>
</cp:coreProperties>
</file>